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97B0-C774-A72A-0B74-6AED69704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5F4EF-CF54-1E24-1C03-9EEE11635F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E8394-F1A8-B93D-FBCC-018AC4A20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63F7C-E349-63F7-DBFE-63C88FFFF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67C96-8CBE-14D7-8F6B-3020A9F5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01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7F04-782D-2DC4-02DE-001C75828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3DB5-8DEA-BA96-8A4C-298060A49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B212A-7761-2436-D6C6-FBE241F36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D3F36-113C-EA55-AD95-601B17370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23392-6B71-089F-9F6E-281A4AF30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36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58849-2A90-098F-14E1-0E76B5E91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BE48D-07E4-1045-9440-7A0E649F5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7C54B-C6F2-7ABE-494A-129AABDD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C478C-CE67-3441-7094-D206E9481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47A2F-9FC7-18E5-C84A-3063F389A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346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D479F-0076-1A15-1B61-57B0A8DD8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6F65-EBAC-014E-6243-9F1D60E3E0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DF937-376A-68E5-082B-7A59B2116E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29157-E8C2-3401-00A3-39917A08F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2711B-5DF7-B899-A3AD-6DF18F691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9C0909-DC1F-7C9C-D272-F5374AC87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992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F8E25-D343-5463-2C73-2D79139DD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9D070F-AC7D-A307-9BA7-C0E537DB0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3C363-BA3D-EF52-83CA-CE2445228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B74B6D-56A4-99EB-4F16-8056CE010A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B5AD6-81EB-A30C-5537-43053A989F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92201-A627-F622-459B-CCD8D98DD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4BEB4-5FDF-81EE-E6EF-50827B57D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59A272-2F28-B6BE-BC70-7128D7FB8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846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FF40F-DB35-4D1B-5C8F-B8B6ECBBA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3512F8-1758-D7B3-41F6-538694FEF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5C1E37-0D3C-8320-598F-539AD8D4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E0FAB2-4A23-6EA8-5113-464C88036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05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843A7-3704-C183-93FA-105BE379C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261032-B7C3-B816-C0F6-5674F0A5E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79A3C-9B34-59F8-5A8B-8F3D17CC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087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67CE-46C0-9048-4E59-DF238BE22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7A5B4-E7ED-EFAE-1BF3-B2A13747F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8CA96C-5118-9795-E80A-C92E9934B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825AA2-1F38-0C88-715A-CCC967A6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591FE-3147-ECCC-5858-B643130E9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94FC89-AA85-1318-53D4-DE06E09D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058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9984B-3CD3-6DB3-0409-2133BD503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7BF14-B419-EBDC-8D89-F9C1E08BB0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409BF-B39F-9545-19CE-570C347E7D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216A7-53CB-9C57-4475-C3DEA6C1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0E4453-7BE2-A45C-90C5-C6D32E13B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282FD3-512F-325E-9AFE-1BADAA4D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61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31959-248F-160B-133F-842629E5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E6D14D-022D-3E78-EB48-D03A530734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ECB923-01FF-E5B6-A6EA-F9F283F50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99537-63BC-15B2-03A8-2BB0F1E0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6A7033-8E65-3FB8-E249-24F26F9DF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708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C294EF-013F-F170-1FFB-6389D23409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45B16-1AED-933E-855A-636F54CF7D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4B4EE9-08A7-29EA-4774-DDD087FB7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3B117-AFF8-04FD-902F-5D0D180FF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042A5-7CB6-8163-9820-2A0E82F95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85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5CE83-A3E4-5985-8BC6-B1AED5951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F1941-12D8-D333-A901-4DEE11D69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E8504-EE27-772C-2FE2-8C93AFDBE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E1DBC8-711B-4D7E-816B-6E1963EFEA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AAA8F-5255-1EC5-1935-B7CA13436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259E8-4B28-26F4-D91B-250F91D39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8F123-10FF-4381-B2A9-4229E307D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822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C965-779B-3094-D130-96E25129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DF714-8C40-6DFB-3292-766F21BC3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0D0D4084-F757-C780-512A-D64A51114F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5436526"/>
              </p:ext>
            </p:extLst>
          </p:nvPr>
        </p:nvGraphicFramePr>
        <p:xfrm>
          <a:off x="5638800" y="304165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914400" imgH="771705" progId="Package">
                  <p:embed/>
                </p:oleObj>
              </mc:Choice>
              <mc:Fallback>
                <p:oleObj name="Packager Shell Object" showAsIcon="1" r:id="rId2" imgW="914400" imgH="771705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38800" y="304165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9156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Package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Automated Bot</dc:creator>
  <cp:lastModifiedBy>Automated Bot</cp:lastModifiedBy>
  <cp:revision>1</cp:revision>
  <dcterms:created xsi:type="dcterms:W3CDTF">2026-05-06T12:25:15Z</dcterms:created>
  <dcterms:modified xsi:type="dcterms:W3CDTF">2026-05-06T12:25:15Z</dcterms:modified>
</cp:coreProperties>
</file>