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44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E083D-9948-D02F-FF66-85CA4F809B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8538DA-6AA4-6CCB-EFE7-55D9B3B740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BFBA26-70F0-C48F-1D3B-CCA64E574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838C7-3F3A-4EC8-A7EC-194162205776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0AC4B6-01F6-AF82-A7AF-C9FF10AB8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7DEAA5-88B0-99E5-9F3B-674D58A46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B263D-A065-4A16-816C-C56F9378FE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73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D9868-C2D0-2BE5-0080-4FA925A8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57E2E-5135-2ADE-0B42-17A9F5FEAB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D955B-8A8C-CFB5-C302-ACEF38401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838C7-3F3A-4EC8-A7EC-194162205776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8494B-959E-17D3-8EA9-B12407867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2647C-A1B4-FA83-72EF-27B50956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B263D-A065-4A16-816C-C56F9378FE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195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D2BD6-40B1-6E55-86F1-0FDD133C9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5BDD3C-64EA-4756-F2E2-11293750A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F11C9-1F01-3499-ABC2-6E3A1E131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838C7-3F3A-4EC8-A7EC-194162205776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0BD1D-34E1-2F00-C5BA-075A4F3E6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31552-881A-AB23-9132-E4D8E5C56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B263D-A065-4A16-816C-C56F9378FE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2726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46407-80D1-3B8D-4769-98D410BE2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5F7F7-BB7C-18AB-0263-9967D7ECB2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7AF2B8-812C-A3BA-78FA-D70180A9FE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0199C5-8FD0-EDDF-F0D0-E9D8FDB9F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838C7-3F3A-4EC8-A7EC-194162205776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33AC1F-30A0-4266-F700-398C0228D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BBB30-FBFB-192F-E2E9-1A69E5EE3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B263D-A065-4A16-816C-C56F9378FE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973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C77-5715-DD64-AD75-9CB9E4D41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E40E84-76A2-7BD5-3803-9BA960640A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A49BAC-C712-2B0A-039E-621526D87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D3570D-75AC-F4F9-3386-5670EF4474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71B46C-DD0C-3B32-9F15-C202044A37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3B3E54-B31F-E736-B48F-AC703C001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838C7-3F3A-4EC8-A7EC-194162205776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424817-4B5F-E5A1-84D8-FBF2996BA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9E8AD0-B9D0-EEF2-65A2-AC5401606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B263D-A065-4A16-816C-C56F9378FE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511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E5CCB-9F90-F81F-9B6D-6EF248338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C29587-D6C7-8528-A0E0-09B519CC8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838C7-3F3A-4EC8-A7EC-194162205776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6C120-5CBF-28C6-BF09-D50E18B5F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7A2105-1543-229A-2180-DB9F808D6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B263D-A065-4A16-816C-C56F9378FE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503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E1C73C-ECA6-30FD-F2CC-C8A39BEC1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838C7-3F3A-4EC8-A7EC-194162205776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35F8D7-FB38-CF5D-4A01-4C55278A2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8DAE6-5252-06DF-218C-6613BCF06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B263D-A065-4A16-816C-C56F9378FE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948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23C24-3DD6-FF38-07B4-8B6F13370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61163-C4BA-7502-2A75-9FB17C65AA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3FEE06-744D-D72D-3027-7D09EB402E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EECC70-1FC5-B9B8-341F-B5C727428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838C7-3F3A-4EC8-A7EC-194162205776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4DC5C1-7113-0CBB-B254-89616EF68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79D28C-D0E4-E1FD-C0A4-FD474CAA6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B263D-A065-4A16-816C-C56F9378FE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659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E18C3-1B42-0439-58B1-85A332BD1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D0417E-E719-F236-FDFE-0C05C736AF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00C590-09AC-4907-96FB-91545E2A2A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CF8234-1498-6A1A-A3DD-3858997E0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838C7-3F3A-4EC8-A7EC-194162205776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B50C57-E4B5-10E2-2C0A-E070DC608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09C229-CBE9-8933-F9FF-FFBE3117D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B263D-A065-4A16-816C-C56F9378FE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92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DA372-9520-1728-45FB-A8C44CC8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31D20-EE55-5308-14C6-84FD8949CE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3DE8A-7AF2-1C61-477F-B70F418F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838C7-3F3A-4EC8-A7EC-194162205776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3C5B-9CAF-3DD8-60B1-82B4AA906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CC8346-FB87-E145-3F5B-D15CD3291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B263D-A065-4A16-816C-C56F9378FE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546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982B91-4E49-D5E0-A2B5-93440916D9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5EDA7F-DAC5-500F-608A-AACDEB915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25C02F-A971-A87B-3BBD-54036624F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838C7-3F3A-4EC8-A7EC-194162205776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5904F6-E7CA-7517-8C92-0C0986333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FB380A-0B47-C169-FCAD-31F3C8E9D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B263D-A065-4A16-816C-C56F9378FE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1698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E912AA-8004-564A-3406-A1F06EAA0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DF8F32-3D34-8647-7531-7E4B310F1A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D6EAF-9F85-6BF9-0452-EC9A874841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6838C7-3F3A-4EC8-A7EC-194162205776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3A0C3-34D6-A285-F8E7-90E83130D4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F9541-062A-2EC6-DAFD-16F0F249CC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2B263D-A065-4A16-816C-C56F9378FE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91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2067B-957E-89EC-9D47-0E1F8A8A7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delivr.to .pptx test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B39FA-2512-BA53-D03E-7CAB17473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A0751C46-0B2A-A32E-D6C7-0E25AACC320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1079092"/>
              </p:ext>
            </p:extLst>
          </p:nvPr>
        </p:nvGraphicFramePr>
        <p:xfrm>
          <a:off x="5638800" y="3041650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914400" imgH="771705" progId="Package">
                  <p:embed/>
                </p:oleObj>
              </mc:Choice>
              <mc:Fallback>
                <p:oleObj name="Packager Shell Object" showAsIcon="1" r:id="rId2" imgW="914400" imgH="771705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38800" y="3041650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38482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Package</vt:lpstr>
      <vt:lpstr>A delivr.to .pptx test file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Administrator</cp:lastModifiedBy>
  <cp:revision>1</cp:revision>
  <dcterms:created xsi:type="dcterms:W3CDTF">2026-01-31T17:27:45Z</dcterms:created>
  <dcterms:modified xsi:type="dcterms:W3CDTF">2026-01-31T17:27:45Z</dcterms:modified>
</cp:coreProperties>
</file>