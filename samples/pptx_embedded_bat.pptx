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44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AC2A1-1600-F926-DA95-EBED276F0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C39A44-6EBF-EE65-11B9-D3B63BD6DD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E2F2-3AF8-EF1A-CC9E-18EAEBF6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41DE-3257-4F65-96BF-BB8668A1BEA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EA673-3A33-3F76-DAD2-B713BA117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48B09-ABBF-B45C-4AC2-5F3E519BC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BAA4-376B-482E-8A40-A16BD8FF1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95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F29FC-E6B2-851D-92AE-168D7EB23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F8422-7C92-CE37-A133-A63D10411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07F69-620E-3492-34F9-B050441C2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41DE-3257-4F65-96BF-BB8668A1BEA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00F91-2110-D215-E2B9-22B420759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CDA3D-335E-15A6-B8B5-6CC7D8332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BAA4-376B-482E-8A40-A16BD8FF1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236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43E5D-5CAC-E13A-6084-E9C13A324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5EFA4-52B5-8E7A-4272-FB7E6123D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C8F35-BC80-2328-4DD4-4AB2E51B2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41DE-3257-4F65-96BF-BB8668A1BEA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77992-BA5B-CCEC-8E9F-AB8C811E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66D92-6F4B-F8DE-FCBF-20DDFBBF4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BAA4-376B-482E-8A40-A16BD8FF1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002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849D5-F421-9B8E-B9C8-8D2E63376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BAE44-8CFC-D931-0A39-E7AC3964D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195EC2-C4A9-DB4A-E903-90EA265FD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18152-4268-8716-5BA9-2DE5B264D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41DE-3257-4F65-96BF-BB8668A1BEA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46DAC6-98F2-D064-D05C-FE2CFF8C5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2F8003-AAFB-9442-478A-86ADA5976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BAA4-376B-482E-8A40-A16BD8FF1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007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418D-35ED-90A9-C866-AAF8ECF7B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20278-23FB-B997-79E3-6FA5A9274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36F349-28CD-F93B-D992-D93EE1A1DC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588C42-3981-DC3D-C792-06650B9F0F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5BF816-8489-BA00-F18D-0B434DCCF8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227A91-13D0-784D-5AB9-EDAD6C9CF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41DE-3257-4F65-96BF-BB8668A1BEA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5F1D8-1E6B-B833-147A-1D27809D4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E7AEE6-E14D-5318-0C68-FB885C207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BAA4-376B-482E-8A40-A16BD8FF1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43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CAAA0-417E-938C-7D95-58BBC5DB9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AA3BFB-832E-6068-2AC8-ED824A8A8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41DE-3257-4F65-96BF-BB8668A1BEA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D6584C-BAD5-5C14-90D9-25C9763C1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5EB7E-4791-E112-9591-9A76DF5CA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BAA4-376B-482E-8A40-A16BD8FF1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403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16C4E-EE2F-A69B-7697-540065A5A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41DE-3257-4F65-96BF-BB8668A1BEA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FD7309-CB20-6134-E959-46D7AC619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63A71-2872-CC61-A895-EED0F7D6D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BAA4-376B-482E-8A40-A16BD8FF1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7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0640B-E79E-D7A3-12A1-EFF26E91E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40DAD-E55A-6C11-E9ED-20596571E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1F5D9E-9864-64C6-E297-60512F0AF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BED633-DE35-5C9D-446D-776CA685B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41DE-3257-4F65-96BF-BB8668A1BEA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B6F82-053D-4E0B-68D6-6219FC879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3AC72-095E-D165-38CE-CE67D70BE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BAA4-376B-482E-8A40-A16BD8FF1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24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7003C-6655-9129-8D82-D1A75A1B5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DA883A-5AA4-0EED-C4FE-CF5D4ED501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74419-7AE8-8A56-B172-094627B6EA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9C07F8-713A-A91B-10E3-232214A97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41DE-3257-4F65-96BF-BB8668A1BEA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1D655-FD2D-66EB-8697-14C672443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3A642-9231-1765-6131-E9B9B6C54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BAA4-376B-482E-8A40-A16BD8FF1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06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9B631-F474-FE78-01E0-3BA6B42BA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9FD579-C6C3-6C54-C14E-90C9FE54B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53340-7DD8-6002-A2A2-08F5187AC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41DE-3257-4F65-96BF-BB8668A1BEA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EC1C8-8A1E-E0E5-B368-5C4ACAD6E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67A85-EEC2-91CA-BFE3-85F02390F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BAA4-376B-482E-8A40-A16BD8FF1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484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26A21B-6AF7-9247-A9AD-9C877D951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744A53-0FB7-2ED5-85D4-8960803402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CAE0D-7BD4-2D32-0D8C-904952A00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41DE-3257-4F65-96BF-BB8668A1BEA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33AFA-2DD7-FA3E-A337-810A14BB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89868-E875-0B68-B434-615DEFF9D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BAA4-376B-482E-8A40-A16BD8FF1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37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212EF6-C65C-6667-23FB-A7788F846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7791C-A60D-4757-BF37-E593A51DB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9FBF4-D2E3-0B14-9A44-33C5BF33F4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941DE-3257-4F65-96BF-BB8668A1BEA1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DD882-20B7-B76E-A3A7-318CEBD696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83FA1-C184-48D3-489D-5EFC6D908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8BAA4-376B-482E-8A40-A16BD8FF1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953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9C88B-B5FF-7C42-3DB2-F369647FF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delivr.to .pptx test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99E89-FAD3-847E-E12F-4AE2BEF27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06488DF-7C95-D7AF-E21D-BF41BA1D68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184086"/>
              </p:ext>
            </p:extLst>
          </p:nvPr>
        </p:nvGraphicFramePr>
        <p:xfrm>
          <a:off x="5638800" y="3041650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914400" imgH="771705" progId="Package">
                  <p:embed/>
                </p:oleObj>
              </mc:Choice>
              <mc:Fallback>
                <p:oleObj name="Packager Shell Object" showAsIcon="1" r:id="rId2" imgW="914400" imgH="771705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38800" y="3041650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1871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Package</vt:lpstr>
      <vt:lpstr>A delivr.to .pptx test 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Automated Bot</dc:creator>
  <cp:lastModifiedBy>Automated Bot</cp:lastModifiedBy>
  <cp:revision>1</cp:revision>
  <dcterms:created xsi:type="dcterms:W3CDTF">2026-05-23T00:25:32Z</dcterms:created>
  <dcterms:modified xsi:type="dcterms:W3CDTF">2026-05-23T00:25:32Z</dcterms:modified>
</cp:coreProperties>
</file>