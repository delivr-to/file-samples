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144" y="4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B2534-1FCD-A6A7-2437-A5F2FEE3DE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8BBC1C-AA5B-E079-F1CD-0984B37222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F84438-0D85-F1E7-0F45-9512CA93F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687F7-C49A-4855-9FDE-8079232C240D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0FB286-5209-6068-3577-1DBD13B60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6EBC3-AEFE-104E-47AF-34FDAED10C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D69EA-156E-4BAB-A371-A4BF453801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166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507A48-3E5B-4BC0-E1FB-CB14CD9AA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55E15F-325A-B4D0-9902-8D5F2E3CBA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935FE-4356-8923-52B1-0D9EAF1E44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687F7-C49A-4855-9FDE-8079232C240D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80A260-2FB4-A91D-5AB7-35B715DE51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04C35A-C4F7-7006-EFFD-1B8A5ED7E8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D69EA-156E-4BAB-A371-A4BF453801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258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A8F32-ABC6-E3D9-2010-120386A900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99838C-8826-0956-889C-B090867FFB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D8BD0F-365C-1202-2055-178D989DE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687F7-C49A-4855-9FDE-8079232C240D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0181B-B790-D169-9C5C-7741796EBF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13CF54-CF1E-F80A-1240-AF743B2A0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D69EA-156E-4BAB-A371-A4BF453801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73732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F37C2-F1D5-8C02-43E5-039B0A7AAE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04A62F-42C3-7074-E8A6-676F2DA143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B525D8-4085-A730-25D9-A20DCDE334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AF86BD-FDCA-8BF3-F94A-7E50C41CC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687F7-C49A-4855-9FDE-8079232C240D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9BBCFA-480E-9EBD-C71F-3936E908E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9D9DB2-861C-965B-1DD0-64F565FD6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D69EA-156E-4BAB-A371-A4BF453801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5552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D3F07-E1E4-5ABC-D1D0-ECCF18D27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827901-D039-AC3A-15CC-AE328DFCF6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95C3E8-88A1-3929-119E-D50DC3E340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AD0B58-4F2D-493E-9B52-8B32AF3962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5D43803-A721-2229-72CA-83E280E9CF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27E1312-12EC-50CF-6A6D-DD3E79205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687F7-C49A-4855-9FDE-8079232C240D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BB99B7B-39EF-F292-0052-7FD33B971B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957533-E169-7A85-3A3B-6FA017715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D69EA-156E-4BAB-A371-A4BF453801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0583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E581C-3D2A-346E-FD50-E21E44D6D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18F9BD-E4CB-8757-FE8E-F4E158B0D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687F7-C49A-4855-9FDE-8079232C240D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B1B5EF-3CCF-D9BD-0E84-E8C0A858C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CD48CD-32DD-AA5C-9185-40F147169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D69EA-156E-4BAB-A371-A4BF453801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4556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75B8CD-7372-C370-034D-97D18C127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687F7-C49A-4855-9FDE-8079232C240D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F6D176-304B-B34C-758A-9FA5D732B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5D41D8-9782-EE4C-5C23-E5710DB40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D69EA-156E-4BAB-A371-A4BF453801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5217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093402-19B3-8534-945B-5F635FB57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E5CA47-B8A2-0948-8730-EA3C958DFF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BC1CC3-12AF-B29C-0488-FEE4038ACE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E8E900-24F4-E1D7-1B92-BDB16E73E7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687F7-C49A-4855-9FDE-8079232C240D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011BCF-4DB4-354B-63A3-B2F66116E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14A084-EC02-396E-741A-6D161FB55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D69EA-156E-4BAB-A371-A4BF453801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328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02F15-233D-FB6C-A6C3-A7B909E6E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019FB9-5E52-678F-7F3B-FACB372C7D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BFF9C5-886F-5861-72BB-3AE1A5866B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8709F1-FFAB-A88F-7FD4-F7DE1DC67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687F7-C49A-4855-9FDE-8079232C240D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F3CFB7-2551-F409-CD5E-253276AD7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545289-3D83-A325-64F4-E15E8F491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D69EA-156E-4BAB-A371-A4BF453801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6701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89E1F-0980-4B9C-4653-CB3AE7C59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920584-B833-97DC-B6C5-BC4AC8AD6A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0F7E50-35C9-F59E-7B91-ADDC891071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687F7-C49A-4855-9FDE-8079232C240D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BECBAF-F86C-F750-1D4E-6CD5399038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C6FE35-A9CB-0DAB-A807-F0C1C8D41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D69EA-156E-4BAB-A371-A4BF453801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0989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1721E3D-5214-74A6-CBD0-44CB7B0DD5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E3E17D-2AD2-70DD-8D5E-87B954159B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B9286C-01BE-26A1-6E94-CB364BA82D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687F7-C49A-4855-9FDE-8079232C240D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F24CE-D1D1-81E4-1956-81394F03B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8D8070-3E16-7D2F-3CB3-8D6CAD843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D69EA-156E-4BAB-A371-A4BF453801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1803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E09D6D-59AA-5540-68D7-6013979204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A51964-5F89-403C-1B10-847793327E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3A0F9-7A61-D119-EF5F-DB4F94B35A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B687F7-C49A-4855-9FDE-8079232C240D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9652B1-554D-D95B-C2D1-6356A84FAE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2967D-E2A0-07F8-6FB1-C0592A97A0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7D69EA-156E-4BAB-A371-A4BF453801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49512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2382F-8E36-A04A-155D-9590C6633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delivr.to .pptx test 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5B1E36-2675-AD57-24D5-E4FD9CE812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32422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A delivr.to .pptx test file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Automated Bot</dc:creator>
  <cp:lastModifiedBy>Automated Bot</cp:lastModifiedBy>
  <cp:revision>1</cp:revision>
  <dcterms:created xsi:type="dcterms:W3CDTF">2026-02-21T18:25:31Z</dcterms:created>
  <dcterms:modified xsi:type="dcterms:W3CDTF">2026-02-21T18:25:31Z</dcterms:modified>
</cp:coreProperties>
</file>