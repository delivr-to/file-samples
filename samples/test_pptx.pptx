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4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80D6E-55D1-1FBC-282C-39128E0FA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A0689B-8E5A-ADB2-445E-9E95E7C490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F1E9F-B3FD-F418-13CE-4FE22F9A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08529-9C72-EEBD-8C7C-21FB8C22C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700DE-907A-2557-BDC3-15521A9B6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45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1A189-2D1F-AA3F-C090-BA34303C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23D4C-0DD9-DFEC-4859-8664C266C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C56E4-4CB1-FF33-1584-A83FC202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D7D53-CC7F-BE87-F0F5-C4A385BC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8C9BF-5F9E-C89C-5973-EC13237B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911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48114-ED25-49F3-711F-B1C95A1C7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E7FACC-2928-FA50-E74D-482FF7B63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5B3DF7-1536-155E-4D9B-FBE3FBF6F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41858A-8972-A1C3-E957-69F62CBCE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8E9589-120F-17D4-96C1-69666576F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24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A759D-A234-D1D7-5B75-4D4AEB46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23591-7564-24E5-CDFF-EB7A2AAB60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C8609-221E-05AE-6D3B-1E82C69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6AAAE-C4A4-BA74-4AC7-BE771CA76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D9803D-A039-CCD2-0CF4-E1D5ED794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72393-48EE-0F24-60C0-40AC76BA7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252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7CAAB-27D4-AC8C-10E7-3F9A54D4A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A3115-2947-5BA6-BEEE-84E39B088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7BDCB-B8D9-F34D-CC4F-EAB10D8E1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7D4B18-00D8-6E1E-0060-E3BA2136C6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76DC19-722A-CCC7-5E02-AD655FA214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BA9FF7-5FAF-86FA-AE2F-3D9D01CB3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D7A9FF-7FBA-8FBA-0B04-EFBCB0110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54A064-F23E-0219-91A2-8D4C6CD1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94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14F0C-462B-57A4-FC74-8523DC024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681C8B-214C-D6F9-8706-802C5985B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16156C-D034-2F4A-97BE-737F3EA3D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7DD455-01E1-E2D4-544F-03DF215D1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70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79BE06-C6A5-085D-25BA-8BFFD0FAD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7605FD-3525-C414-9094-71C31A160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2A38A-C042-A814-F3CD-355246FF5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356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AED3-55E4-F6C6-99FE-98ABAE66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85EE9-13FF-5167-6672-451BE32DA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B39E83-C23D-CF40-6074-90A964F15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FE6B5C-AAC9-E3AA-ACE7-58EA5950F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B4320-C435-E055-F823-3BFAAB2CC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26EE-2DE1-4089-E9E3-52FCD92A5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81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4CC3-92CC-18CA-845C-5C94A8A2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F043A-68B1-C0A2-5FE7-E44EF27F82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D94C9-82FB-CCD4-A059-C524FAB8FF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844377-7966-FB92-A4C2-CB5279175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D4CA13-07B6-FE2B-D731-F1BFBEDD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2D5683-3DAA-9656-08A9-B7DD1106B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730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77873-E4C6-4E47-1AEB-F6031484D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4CC56F-850F-65B8-9947-8A9E83551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C69D7-7385-DD5F-7A81-098C04C41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8F51D-50AF-DC43-F818-6D859A807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C852E-0CC5-DB11-A9EF-CC5197FD5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87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AD5E47-0165-1AD5-80BF-E47EC25343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55867-F6FF-0D76-3291-B229103FC1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8AE0BD-0A51-A2FE-EC6E-DA6941DA2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98DBC-FBD9-2FB7-31E4-416A3828E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1200D-2D58-0DE0-A9DB-A1C6F13E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545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7EEA32-40F2-D70D-7738-A3BDFCD39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4801B-3917-2D03-60EA-F4423532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51304-54AB-078D-E6FF-184B61A003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E2E1D5-A90B-45F4-80DF-D7994070D3D2}" type="datetimeFigureOut">
              <a:rPr lang="en-US" smtClean="0"/>
              <a:t>7/18/2022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5AA8E-637C-FA23-EF8D-3C5BF6CA83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A0F0F-4472-0818-14CB-53908E7DD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73AC30-073E-4CD1-993C-6630E79B5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60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EC8DF-8615-23D8-3628-9CF3B062B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delivr.to .pptx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A9588-A934-7DAB-C60F-4140F2BEB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6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A delivr.to .pptx test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delivr.to .pptx test file</dc:title>
  <dc:creator>Automated Bot</dc:creator>
  <cp:lastModifiedBy>Automated Bot</cp:lastModifiedBy>
  <cp:revision>1</cp:revision>
  <dcterms:created xsi:type="dcterms:W3CDTF">2022-07-18T16:45:48Z</dcterms:created>
  <dcterms:modified xsi:type="dcterms:W3CDTF">2022-07-18T16:45:48Z</dcterms:modified>
</cp:coreProperties>
</file>