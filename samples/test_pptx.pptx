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21617-4036-706C-F69F-3665592C40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51769B-01BD-FE44-1ABD-0E528FD1FD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D17369-4F7E-3C12-7544-9A0A093C8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DCBC4-2D0C-0BB9-17E2-234FFA5CA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C8A76-1A28-CB01-AC6E-C1AE94949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646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3F71-20BE-5EB2-8E1A-59D060800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65EF4-2D5E-5CCF-31CD-DB59F3AF8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C3BB02-3DA7-8099-7471-3E6E66A77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F2FBBC-D567-E021-FCDB-9350331BA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05438-91B9-C0AA-5071-43FDF38C1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149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E7303-4E59-9D77-F7FD-DB9F694C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2E64FE-3959-3A5F-E3F0-64AC151D7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45A4-A6A1-54A2-08BF-280188577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01E63-C3B2-F360-F287-14082ACD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0D851-FE86-8506-361D-D9A957AD6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7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E50C-5A6D-6B25-512E-0A315FB0E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99F62-8AC3-46DD-1D91-B45D8DD32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63AC58-409D-3782-E8E4-E4BE83842E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1BA71-2244-061B-5DB2-BBB2B6800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0F95C-E0EC-4D24-E6AB-74E188C24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03F9DC-4A41-B7A6-C481-909F6F65F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15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44740-259C-7EBD-4145-3F8EEF215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C6A2C-0CE0-BB83-ADD5-E856B44C0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D60C3-2313-1E31-A2A3-FC85F6E59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EE8482-9EAA-17AE-8A48-89D2CA7D50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43C9E-A23E-4848-B44D-C7A7275EF8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CD906D-F85D-D9F1-0043-4BD4C73F8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CBBFBC-4A2A-47FA-5BC5-9A5B9C47C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21AFCC-4F24-8360-1CCE-148E0E841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8699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C18DC-45D1-9521-E872-7AAAF41F3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844C03-175A-3D4B-A0D8-947155CBC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E4DA1-E568-6F6B-0B18-713E9A171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043214-E886-5227-F364-931C5FC20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301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CC6EF0-CB4E-B8A4-F7D5-3BAAF9922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7C08A1-7A21-A673-38B4-1F10E847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6A02A2-38DB-0CBA-7352-B5BEAAA5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183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8DBAC-80D4-EECD-C743-723C11094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68BF-E5CA-1822-EC22-635D8D41E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5D33F2-2812-AFC7-7B83-7130B2F1D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19DB1-B0FA-A55A-DF94-0DB1DC700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90734-A729-147F-4AFD-24941553A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0ADBE-4D14-83CE-913F-BA5B1D98F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629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25B74-B860-B4D7-7889-65C92346C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DCCED-4AF0-8D2E-ECBC-F7C531CE48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61FBD8-0F26-186E-2B11-B11BA317D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360FA-B100-EDB8-9DB3-46B8830FA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BE76A-8481-08B4-519A-1400FD54B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D036F-40DC-6B2F-94A5-097AE411C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486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7F16D-7C21-90C1-7A33-4EFCEE120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93DF4C-27B0-0C40-B65A-1CEB6E1D7A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06E6E-5C8D-7346-4EA5-ED0DFFE2C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0391-AD69-FDB8-3FC9-6C1A1CD0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2B3E2-5521-312D-4471-33AF92BFA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055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0EF7E1-92CE-6915-3EAB-AF5DDDC151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8DDA5D-9F1F-8533-E62D-61AE7DD41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B14F1-7043-4853-2443-3A60E5403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D9703-0AAE-33DF-A00D-38989A3B3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47893-8718-6F2F-DED8-D31505C07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76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6332C-725E-A077-0F9D-D3FA50292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D85DD-9566-12CB-100B-E383B5147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2107-9550-12C3-DF0F-262C421399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FBF2EA-DCA5-4BA8-BC03-B27E0887612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D7699-4DEA-E741-3E79-67025D72E9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A8D6F-E027-98CD-1FFD-777F66776A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27C499-8D20-466E-8BD2-CC7391BCF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997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F2F19-F343-0925-90A5-853E1C5C5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delivr.to .pptx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6A774-C085-F3CF-0DFB-52CB6372C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397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 delivr.to .pptx test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Automated Bot</dc:creator>
  <cp:lastModifiedBy>Automated Bot</cp:lastModifiedBy>
  <cp:revision>1</cp:revision>
  <dcterms:created xsi:type="dcterms:W3CDTF">2026-05-17T18:25:41Z</dcterms:created>
  <dcterms:modified xsi:type="dcterms:W3CDTF">2026-05-17T18:25:41Z</dcterms:modified>
</cp:coreProperties>
</file>