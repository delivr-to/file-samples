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44" y="4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61838-42E6-69A1-DFD1-FEC2527F65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AFF06F-FBB2-42B2-1977-05170536AC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AB109C-9208-18A6-FCD0-FF2A1C3F0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05124A-0B16-5220-01FB-A2858F1D7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E1BE64-7D32-3A64-6D16-B69D75C4C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875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FC717-6322-CF80-326C-8A29B171C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36629-BB67-D845-6158-A336B5C21B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5813D6-F6CC-C9AD-EF98-8906F515F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35A646-6C84-4575-F859-5242E07AB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2DDB4-5343-1871-CBA5-715BBEFF5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230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5CC28-BF9D-63BF-9FCF-952419592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01E8C3-ABBB-9A87-827F-482BAE268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9CA2-5FAF-1498-CED5-3B2B89F4D2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B42823-DE81-87BF-1F42-0A971240F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4C6665-DA37-B035-A9D3-F8B874D36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606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63EFD0-28B4-B972-152C-A486D60EFF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7880F-F514-4588-13CD-402FA909AA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890AEC-F639-7CB3-9DE0-F904279E69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017B0C-2339-9271-64B9-C3D9E1C33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0DF103-51DE-2867-8BCE-EB5B7BA92B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A6D8C5-39E7-A028-4E4A-73741FFB2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2414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E11C3-F0E4-8255-B00D-A966A8A8E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883732-0F37-A765-D9C6-EDF68EF10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BFD4B5-FB58-935C-89C8-EBC538219C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6AF1A7-4CC8-9573-268B-46836FCD71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B06C50D-0DB3-8FB5-4885-D3E3089752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CF00F0-5E96-543D-F0D8-D587990C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36252E-7CB7-D51D-33C0-BA8E6D70E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E87D6B-90FE-FFC8-7CA7-664C0D8DC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7981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C9DAA-1B45-21E4-3A98-674A66993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1775A7-E949-F39A-11E4-36CD5FF9DC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376571-3D10-A398-4A36-29A591FC3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C26E88-7918-1A32-B57F-B89323FD9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313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677752-4AA7-E700-D835-6217E4A92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7008B9-5DF4-5828-4FFD-26B110F78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393CDC-AF31-EEB6-0DDF-42FF10330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160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38B238-5405-9912-1D05-9AFDB3F3B4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9742F2-3F92-D4C8-6767-D23208123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42CE85-C101-08ED-292D-15BC07B920F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7D5FD5-42A5-5A15-9886-C5DC10109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B61333-7004-60B6-0A8C-06236ACC9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9A1CB-3B06-CA94-6D93-C56A995F7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175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DB6D-71E8-5403-2C0F-FA4BF9E34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E85BD3-B55E-0BE5-6575-0312F1C45C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3403D0-7154-6EE8-46B5-325200E82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08950E0-8F5D-1BDC-BB48-E39328177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99CDD3-93E5-F4F1-B2AA-039A546CF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9E0F4-3C0C-0BBC-B834-7FD6FFA56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812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EED93A-230D-1AAF-2515-1B0E14B3C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1DFA35-DF1C-BFBF-9896-A8BB73D4D6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FC8B6-CC01-CC6C-78DA-07E4A621C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5B5967-911C-01B1-D194-0804B2AAF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A82601-796D-0C16-F181-74F21C421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8774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66B2BDC-4A15-8113-0F45-4090971D71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0259D-EA48-58BA-2D49-3F6695041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A55CC3-2A48-B4B0-2C17-E3C376B09F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956FB-D43B-9254-D84F-D5F259992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53F844-8DA3-E580-945B-B0818B2E4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412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5DEC63-B449-B8DB-0F5E-773093C49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1EAD2-0822-ACF3-E7A9-D6D8034CC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763C2E-16FE-096C-E57F-4DB8DE328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40AB0A-39C8-4D5F-8DB0-2D5859300311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EF6D6-1042-DA1A-0CDA-78ADE14ACD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9A853E-11E9-EB42-7952-90179B5D1A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61F2F8-A3CD-4E9D-9B45-AA7ACC7DE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93775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C4000-CBDD-A192-427B-FCB8C93E92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delivr.to .pptx test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61AC4-A4DD-F994-A440-CFFD6F523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1410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A delivr.to .pptx test file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Automated Bot</dc:creator>
  <cp:lastModifiedBy>Automated Bot</cp:lastModifiedBy>
  <cp:revision>1</cp:revision>
  <dcterms:created xsi:type="dcterms:W3CDTF">2026-03-16T06:25:10Z</dcterms:created>
  <dcterms:modified xsi:type="dcterms:W3CDTF">2026-03-16T06:25:10Z</dcterms:modified>
</cp:coreProperties>
</file>