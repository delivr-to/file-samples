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98A3-F2D5-0301-895D-2F1B1CC9C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A54E5-E7A5-24DD-33B2-2B398DAF6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89C28-9F4C-D0D5-0D1D-7DF53E7D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C8CF4-68FA-F8B0-1233-B733C796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55F7-598C-7B76-4008-F49BDCBC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9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79A3-E9AC-F006-E435-B47D66BF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14DB-F0C9-17B2-3BB3-B79052955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8927C-BF85-95B8-B926-9F545F29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08D07-34A0-752E-68EC-ADB6838E8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9D2D-EF58-3A8C-4492-DD8ECC22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2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D9B2-B013-F506-23B1-66818FCD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CF6A8-64CE-B261-7753-024941D3C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1D0D-0108-2663-E485-33CA0ACB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2C1E-B7D3-B7AD-196A-67FCF4DD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18A39-4812-A060-B3A1-344710C7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EAEB-F232-FAE2-4A53-AE50570F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478E-8259-B2EB-5E81-913638B38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7A78E-A3C4-261A-6669-CE72D0E60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697FF-AA99-C0CA-C574-58D7F54D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3E965-9A34-F7C4-D236-AAD0B412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86982-777C-017B-F4AB-2812C809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1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04CD-6AE4-0864-C85D-2CC710C4D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258A1-C9D9-9CC0-5C76-96211893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2680B-7742-76C3-3885-372EC3BF3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F6963-3828-071C-36D5-2E99477FB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8CDD5-A1AA-A8EE-B77D-3265B945B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E3DCD-17C9-8099-97A0-9EAD7452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2B4A7E-3720-31F8-6AFE-71F5BE1A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6044F-02CB-8CC5-3CA6-6D016170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5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8BB6-59BF-1041-5D78-74346A7A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4DB58-D334-6279-AE96-1FF383EE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322E0-ABBF-1E38-54FC-373693A1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4E592-EB76-485C-39D9-242BAC51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8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41CF7-6337-5506-A16F-6DBC8C7E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BF36B-334F-D5D6-E7B5-E172BD4A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32512-2CDB-D7EE-F99A-07FCBBDF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6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E832-8717-61E2-0444-C2675052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205BC-19A5-0CBF-BA59-F01B7DD71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4EC3F-56ED-0C21-5D38-1FB5FF1C9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83F0E-EB61-23A7-E526-E7F579E5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A26D6-C4BA-2FE5-2C2B-B406BC64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15092-DD70-39FE-8C3C-A89D6FB9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8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50CE-C62B-1D08-6CF7-81FDACED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89828-704E-6286-A0CD-CB3CDFBAD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85135-83ED-847F-4FDA-96EE5A180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A230-BB58-5295-69C9-20A0D99D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6ACB7-24C0-7E91-F04A-C8A0D286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36AB1-F722-B3EE-19ED-59F32F4F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7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5A26-FA1A-596B-49B1-9B6A585E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9351F-1836-A94D-88AF-B0BD3BF51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EDD8C-64C9-A662-12D9-4FE96A44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3DE7-150F-99EF-FA9A-9A6F4DBE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3898-6374-676A-52F8-C6C1ED00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3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A3598-89D7-82CE-99A3-19F1F1C0C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B0D18-6884-19D6-7DCE-08487886D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C0F1E-2498-E8B3-786D-31FD7038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92F0D-A0A0-C43E-4675-F87953BB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1A47B-D70E-A204-2E75-AB31AD79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6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4411E5-DABF-3356-B0F1-32EA6965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AA1D2-25CD-D577-CCD5-459150F7E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C7709-E617-6C9D-F204-0738CF161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1C29D-6992-4A5E-810C-59ADE211F8A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9D974-1758-E605-6012-0C24D4C12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5C42B-F832-6C88-61C0-BB864A841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B5E3D-8ABD-442F-B7FD-8616974D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5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3BAC-457F-C24A-6377-F06D1D45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delivr.to .pptx test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4453-C417-3DAE-E0C1-7A6D6F5C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7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 delivr.to .pptx test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Automated Bot</dc:creator>
  <cp:lastModifiedBy>Automated Bot</cp:lastModifiedBy>
  <cp:revision>1</cp:revision>
  <dcterms:created xsi:type="dcterms:W3CDTF">2026-08-26T06:25:19Z</dcterms:created>
  <dcterms:modified xsi:type="dcterms:W3CDTF">2026-08-26T06:25:20Z</dcterms:modified>
</cp:coreProperties>
</file>